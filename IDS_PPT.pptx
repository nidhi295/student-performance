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70233"/>
            <a:ext cx="7772400" cy="1470025"/>
          </a:xfrm>
        </p:spPr>
        <p:txBody>
          <a:bodyPr/>
          <a:lstStyle/>
          <a:p>
            <a:r>
              <a:rPr lang="en-US" u="sng" dirty="0"/>
              <a:t>IDS MINI-PROJECT</a:t>
            </a:r>
            <a:br>
              <a:rPr lang="en-US" dirty="0"/>
            </a:br>
            <a:r>
              <a:rPr dirty="0"/>
              <a:t>Student Performance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877" y="3035710"/>
            <a:ext cx="7337323" cy="254655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dirty="0"/>
              <a:t>Mini Project </a:t>
            </a:r>
            <a:r>
              <a:rPr lang="en-US" dirty="0"/>
              <a:t>By:                                      Seat No.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dirty="0"/>
              <a:t>Nidhi Harkare</a:t>
            </a:r>
            <a:r>
              <a:rPr lang="en-US" dirty="0"/>
              <a:t>                                  BCA-2326              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Shivam Jadhav                                BCA-2355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Vaishnavi </a:t>
            </a:r>
            <a:r>
              <a:rPr lang="en-US" dirty="0" err="1"/>
              <a:t>kurund</a:t>
            </a:r>
            <a:r>
              <a:rPr lang="en-US" dirty="0"/>
              <a:t>                            BCA-2338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/>
              <a:t>Hiral </a:t>
            </a:r>
            <a:r>
              <a:rPr lang="en-US" dirty="0" err="1"/>
              <a:t>Khatal</a:t>
            </a:r>
            <a:r>
              <a:rPr lang="en-US" dirty="0"/>
              <a:t>                                      BCA-2327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65BA9E8-44BF-C093-F844-805FC61EE4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0040" y="1704528"/>
            <a:ext cx="850392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project analyzes student performance using    data science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Uses the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student.csv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Finds which factors affect marks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Predicts final grade (G3)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Helps identify weak students early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67D12635-97AC-0EA5-5B4D-CA18BE891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693" y="1704492"/>
            <a:ext cx="7372614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Students score differently due to study      habits, attendance, and past marks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Teachers know about weak students only at the end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Need an automated way to predict performance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+mj-lt"/>
              </a:rPr>
              <a:t>Aim: analyze data and predict final marks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AC6C423-36CD-A7DA-855F-8D9B167D2F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5346"/>
            <a:ext cx="8229600" cy="4790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00" dirty="0"/>
              <a:t>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61A48F-EF73-3BD8-1294-83DDEB5FA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984" y="1659285"/>
            <a:ext cx="805281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Dataset size: 395 students, 33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Important columns: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G1 (first period marks)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G2 (second period marks)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    G3 (final marks)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studytime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(weekly study hours)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absences (days absent)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contains academic + personal attributes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1154" y="327552"/>
            <a:ext cx="6939118" cy="47040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Feature Engineering &amp; EDA</a:t>
            </a:r>
            <a:endParaRPr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92859C-69CA-86EB-66CC-A6116558DD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16" t="1474" r="1258" b="2134"/>
          <a:stretch>
            <a:fillRect/>
          </a:stretch>
        </p:blipFill>
        <p:spPr>
          <a:xfrm>
            <a:off x="4021178" y="3429000"/>
            <a:ext cx="4622872" cy="2909918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46F4D177-E527-E485-66C0-1D5B05993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85" y="1353490"/>
            <a:ext cx="849861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Converted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studytime</a:t>
            </a:r>
            <a:r>
              <a:rPr kumimoji="0" lang="en-US" altLang="en-US" sz="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into real study hours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attendance_rate</a:t>
            </a: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Selected key features: G2,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study_hours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attendance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EDA plots created: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Correlation heatmap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Study hours vs G3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Attendance vs G3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G2 vs G3 (strongest relation)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52" y="210389"/>
            <a:ext cx="7876032" cy="2877553"/>
          </a:xfrm>
        </p:spPr>
        <p:txBody>
          <a:bodyPr>
            <a:noAutofit/>
          </a:bodyPr>
          <a:lstStyle/>
          <a:p>
            <a:pPr algn="l"/>
            <a:r>
              <a:rPr lang="en-US" sz="2000" dirty="0"/>
              <a:t>We did feature engineering by converting study time into actual study hours and by creating attendance rate.</a:t>
            </a:r>
            <a:br>
              <a:rPr lang="en-US" sz="2000" dirty="0"/>
            </a:br>
            <a:r>
              <a:rPr lang="en-US" sz="2000" dirty="0"/>
              <a:t>Then I selected important numerical columns like G1, G2, G3, study hours, absences, and attendance rate.</a:t>
            </a:r>
            <a:br>
              <a:rPr lang="en-US" sz="2000" dirty="0"/>
            </a:br>
            <a:r>
              <a:rPr lang="en-US" sz="2000" dirty="0"/>
              <a:t>Using seaborn and matplotlib, I made a correlation heatmap and three scatter plots.</a:t>
            </a:r>
            <a:br>
              <a:rPr lang="en-US" sz="2000" dirty="0"/>
            </a:br>
            <a:r>
              <a:rPr lang="en-US" sz="2000" dirty="0"/>
              <a:t>These plots help us understand how study hours, attendance, and G2 marks affect the final grade G3.”</a:t>
            </a:r>
            <a:br>
              <a:rPr lang="en-US" sz="2000" dirty="0"/>
            </a:br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D6129-598D-5E7C-1876-89A052D19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81" y="3087942"/>
            <a:ext cx="8609638" cy="28775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31133"/>
            <a:ext cx="8229600" cy="1143000"/>
          </a:xfrm>
        </p:spPr>
        <p:txBody>
          <a:bodyPr/>
          <a:lstStyle/>
          <a:p>
            <a:r>
              <a:rPr lang="en-US" dirty="0"/>
              <a:t>Linear Regression Model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63BF4B5-5EB2-3A71-9C9B-41F55C4B0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976" y="1766502"/>
            <a:ext cx="693724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 used: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G3 ~ G2 +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study_hours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+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attendance_rate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 split: 80% train, 20% test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Achieved high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Outputs: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R² Score ≈ 0.86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Shows strong prediction power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MAE ≈ 0.74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 Model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E79FB7-E495-4839-E386-F828FE8FF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24" y="1594749"/>
            <a:ext cx="6449568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latin typeface="+mj-lt"/>
              </a:rPr>
              <a:t>Added categorical variables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Used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OneHotEncoding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for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RidgeCV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used to reduce overfitting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Best alpha selected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Similar accuracy with better error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Proved that G2 is still main predictor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7851B-9A55-1AD3-F44E-060CD92EA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541" y="871221"/>
            <a:ext cx="3630231" cy="762508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F767B45-1307-0544-498D-022765A387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4997" y="2005495"/>
            <a:ext cx="817255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G2 is strongest predictor of final marks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More study hours → better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More absences → lower marks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Models predict G3 with high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Can be converted into a real prediction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Useful for early identification of weak students</a:t>
            </a:r>
          </a:p>
        </p:txBody>
      </p:sp>
    </p:spTree>
    <p:extLst>
      <p:ext uri="{BB962C8B-B14F-4D97-AF65-F5344CB8AC3E}">
        <p14:creationId xmlns:p14="http://schemas.microsoft.com/office/powerpoint/2010/main" val="3955812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393</Words>
  <Application>Microsoft Office PowerPoint</Application>
  <PresentationFormat>On-screen Show (4:3)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Unicode MS</vt:lpstr>
      <vt:lpstr>Calibri</vt:lpstr>
      <vt:lpstr>Office Theme</vt:lpstr>
      <vt:lpstr>IDS MINI-PROJECT Student Performance Analysis</vt:lpstr>
      <vt:lpstr>Introduction</vt:lpstr>
      <vt:lpstr>Problem Statement</vt:lpstr>
      <vt:lpstr>Dataset Overview</vt:lpstr>
      <vt:lpstr>Feature Engineering &amp; EDA</vt:lpstr>
      <vt:lpstr>We did feature engineering by converting study time into actual study hours and by creating attendance rate. Then I selected important numerical columns like G1, G2, G3, study hours, absences, and attendance rate. Using seaborn and matplotlib, I made a correlation heatmap and three scatter plots. These plots help us understand how study hours, attendance, and G2 marks affect the final grade G3.” </vt:lpstr>
      <vt:lpstr>Linear Regression Model</vt:lpstr>
      <vt:lpstr>Ridge Regression Model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Harkare Nidhi</dc:creator>
  <cp:keywords/>
  <dc:description>generated using python-pptx</dc:description>
  <cp:lastModifiedBy>Harkare Nidhi</cp:lastModifiedBy>
  <cp:revision>2</cp:revision>
  <dcterms:created xsi:type="dcterms:W3CDTF">2013-01-27T09:14:16Z</dcterms:created>
  <dcterms:modified xsi:type="dcterms:W3CDTF">2025-11-18T01:37:24Z</dcterms:modified>
  <cp:category/>
</cp:coreProperties>
</file>